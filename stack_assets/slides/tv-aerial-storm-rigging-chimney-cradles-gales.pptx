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TV &amp; BROADCAST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Can a chimney-mounted TV aerial withstand 80mph Pennine gales without damage to masonry?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Are you worried your rooftop television aerial could blow down or pull chimney bricks off during the next big storm? High Pennine winds exert extreme leverage on old rusty brackets.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Eurocode 1 Wind Load • Stainless Steel Lashing Wire • Corner Mitre Protectors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Eurocode 1 Wind Load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TV &amp; BROADCAST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Eurocode 1 Wind Load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https://adicommunications.co.uk/news/starlink-chimney-mount-vs-roof-apex/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