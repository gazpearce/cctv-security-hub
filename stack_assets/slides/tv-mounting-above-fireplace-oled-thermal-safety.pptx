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MEDIA WALLS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Will mounting an OLED TV above a wood burning stove or gas fire void the manufacturer warranty?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Did you know that installing an OLED television above a working fireplace could completely void your manufacturer warranty? Manufacturers strictly limit operating temperatures to forty degrees Celsius.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40°C Ambient Limit • BS 7671 Part P • Thermal Imaging Telemetry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40°C Ambient Limit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MEDIA WALLS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40°C Ambient Limit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https://adicommunications.co.uk/news/tv-above-fireplace-safe-installation/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