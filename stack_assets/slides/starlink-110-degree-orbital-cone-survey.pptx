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SATELLITE TELECOMS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the 110-degree northern orbital cone requirement for Starlink satellite clearance?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Starlink dishes track low Earth orbit satellites across a wide one-hundred-and-ten-degree northern sky cone. Even a single overhanging tree branch or roof apex inside that arc causes micro-dropouts as satellites pass behind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110° Northern Cone Scan • LEO Satellite Tracking • Azimuth &amp; Elevation Telemetry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110° Northern Cone Scan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SATELLITE TELECOMS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110° Northern Cone Scan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https://adicommunications.co.uk/starlink-mount-obstacle-finder.html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