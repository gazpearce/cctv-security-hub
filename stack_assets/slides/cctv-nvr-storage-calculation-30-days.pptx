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CCTV ENGINEERING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much NVR hard drive storage is required for four 4K cameras recording 30 days?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Will your home CCTV system hold a full month of continuous evidence before overwriting critical footage? Four 4K cameras streaming at fifteen frames per second generate massive data volumes.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H.265+ Smart Codec • Surveillance-Grade HDD • WD Purple / SkyHawk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H.265+ Smart Codec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CCTV ENGINEERING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H.265+ Smart Codec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https://adicommunications.co.uk/cctv-storage-bandwidth-calculator.html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