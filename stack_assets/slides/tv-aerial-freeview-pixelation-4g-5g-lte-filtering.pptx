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BROADCAST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does digital Freeview TV pixelate when mobile phone masts are upgraded to 4G and 5G LTE?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Has your television suddenly started glitching and pixelating on Freeview channels after a local mobile mast upgrade? Mobile networks now broadcast four-G and five-G LTE signals across former television frequencies.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700/800MHz LTE Ingress • CAI Benchmark Filter • 50dB Adjacent Rejection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700/800MHz LTE Ingress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BROADCAST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700/800MHz LTE Ingress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https://adicommunications.co.uk/news/starlink-chimney-mount-vs-roof-apex/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