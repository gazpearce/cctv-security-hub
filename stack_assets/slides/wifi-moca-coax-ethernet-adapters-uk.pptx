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STRUCTURED CABLING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MoCA and can it be used with UK television coaxial cables for multi-gigabit speeds?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Can you turn unused television aerial and Sky coaxial cables into ultra-fast two-point-five gigabit computer networks? MoCA adapters convert existing high-grade seventy-five ohm WF100 coaxial wiring into ultra-fast ethernet pipes without drilling new holes.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MoCA 2.5 Specification • 2.5 Gbps Real Throughput • WF100 75-Ohm Shielding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MoCA 2.5 Specification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STRUCTURED CABLING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MoCA 2.5 Specification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https://adicommunications.co.uk/news/how-to-get-ethernet-upstairs-without-running-cables/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