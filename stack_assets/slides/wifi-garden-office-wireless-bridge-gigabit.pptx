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STRUCTURED CABLING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do point-to-point wireless bridges connect detached garden offices through thick stone walls?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Are you struggling to get high-speed internet out to a detached garden office without digging up paved patios and lawns? Digging cable trenches through landscaped gardens is costly and disruptive.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5GHz / 60GHz Dedicated PtP • Sub-2ms Latency • Zero Lawn Trenching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5GHz / 60GHz Dedicated PtP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STRUCTURED CABLING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5GHz / 60GHz Dedicated PtP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https://adicommunications.co.uk/garden-office-wifi-bridge-calculator.html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