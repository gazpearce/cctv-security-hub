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CCTV ENGINEERING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do you eliminate motion smear on fast-moving intruders at night with shutter speed tuning?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Factory default settings drop the camera shutter speed to one-twenty-fifth of a second to brighten the image, causing terrible motion blur when an intruder walks past. We calibrate camera exposure manually to a minimum of one-hundredth of a second, locking in crisp facial detail and number plates without ghosting.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1/100s Minimum Shutter • Sensor Exposure Physics • Low-Light Sensitivity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1/100s Minimum Shutter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CCTV ENGINEERING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1/100s Minimum Shutter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https://adicommunications.co.uk/news/hikvision-colorvu-vs-infrared-cctv/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