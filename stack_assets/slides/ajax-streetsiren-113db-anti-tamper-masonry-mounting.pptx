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SMART ALARMS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the audible volume and anti-tamper specification of the Ajax StreetSiren on brickwork?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The Ajax StreetSiren delivers an ear-splitting one-hundred-and-thirteen decibels with bright LED strobes, housed in an IP54 sealed case. Fitted with an internal three-axis accelerometer, the siren sounds immediately if anyone attempts to dislodge or pry it off the masonry.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113dB Sound Pressure • IP54 Weather Resistance • 3-Axis Accelerometer Tamper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113dB Sound Pressure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SMART ALARMS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113dB Sound Pressure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https://adicommunications.co.uk/news/ajax-wireless-alarm-grade-2-installation/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