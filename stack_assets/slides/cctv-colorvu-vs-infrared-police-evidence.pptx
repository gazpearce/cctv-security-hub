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CCTV ENGINEERING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does 850nm infrared night vision fail Crown Prosecution Service (CPS) court evidence standards?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Standard eight-hundred-and-fifty nanometre infrared reflects off facial skin, creating severe overexposure and wiping out crucial colour characteristics. Under British Standard BS EN 62676-4, court prosecution requires full facial identification.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BS EN 62676-4 • CPS Evidence Guidelines • F1.0 Super-Aperture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BS EN 62676-4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CCTV ENGINEERING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BS EN 62676-4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https://adicommunications.co.uk/news/hikvision-colorvu-vs-infrared-cctv/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