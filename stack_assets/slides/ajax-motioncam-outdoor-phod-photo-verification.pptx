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does the Ajax MotionCam Outdoor PhOD eliminate false alarm callouts with photo verification?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Are you tired of outdoor alarm sirens waking the whole neighbourhood every time a fox or tree branch moves? Traditional PIR sensors trigger annoying false alarms from blowing foliage and animals.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Dual Independent PIRs • Photo on Demand (PhOD) • Sub-9 Second Transmission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Dual Independent PIRs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Dual Independent PIRs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https://adicommunications.co.uk/news/ajax-wireless-alarm-grade-2-installation/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