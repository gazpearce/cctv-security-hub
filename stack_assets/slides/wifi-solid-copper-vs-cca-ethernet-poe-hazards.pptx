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is solid bare copper mandatory over copper-clad aluminium (CCA) for home Ethernet and PoE?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Why are cheap internet rolls of copper-clad aluminium network cable dangerous when powering modern PoE devices? Copper-clad aluminium cables have fifty percent higher electrical resistance than pure copper.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100% Solid Bare Copper • BS EN 50173 Compliance • PoE Thermal Safety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100% Solid Bare Copper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100% Solid Bare Copper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https://adicommunications.co.uk/ethernet-upstairs-calculator.html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