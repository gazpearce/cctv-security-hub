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STRUCTURED CABLING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Cat6 cable safely be run outside on an exterior brick wall in the UK climate?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Will running ordinary ethernet cable along an outside brick wall cause connection drops during cold winter months? Indoor PVC-jacketed data cable degrades under ultraviolet sunlight and cracks in sub-zero frost, allowing moisture into the copper pairs.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External HDPE Jacket • UV Stabilisation • Sub-Zero Temperature Rating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External HDPE Jacket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STRUCTURED CABLING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External HDPE Jacket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https://adicommunications.co.uk/news/how-to-get-ethernet-upstairs-without-running-cables/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