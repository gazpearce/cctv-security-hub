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STRUCTURED CABLING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I get reliable gigabit Ethernet upstairs without lifting floorboards or tearing down drywall?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Is your upstairs Wi-Fi dropping video calls, but you don't want the mess of tearing up hallway floorboards? We route heavy-duty external UV-rated solid copper Cat6 cabling discreetly down rainwater downpipes or along mortar courses.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23 AWG Solid Copper Cat6 • Discrete Mortar Routing • Downpipe Concealment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23 AWG Solid Copper Cat6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STRUCTURED CABLING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23 AWG Solid Copper Cat6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https://adicommunications.co.uk/news/how-to-get-ethernet-upstairs-without-running-cables/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