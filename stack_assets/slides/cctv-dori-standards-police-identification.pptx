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CCTV ENGINEERING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are BS EN 62676-4 DORI benchmarks and what pixel density is required to identify a suspect in court?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The European and British Standard BS EN 62676-4 defines DORI: Detection at twenty-five pixels per metre, Observation at sixty-two, Recognition at one-hundred-and-twenty-five, and Identification strictly at two-hundred-and-fifty pixels per metre. If your lens focal length yields under two-hundred-and-fifty pixels across the face, Crown prosecutors cannot accept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BS EN 62676-4 • DORI Benchmarks • 250 px/m Identification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BS EN 62676-4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CCTV ENGINEERING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BS EN 62676-4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https://adicommunications.co.uk/news/hikvision-colorvu-vs-infrared-cctv/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