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SMART ALARMS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does the Ajax Hub 2 Plus maintain alert transmission during power cuts or severed internet cables?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What happens to your home security if a burglar cuts your telephone line or flips your outside power mains? Most smart alarms go dead the moment household power or broadband fails.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Dual Micro-SIM 4G LTE • Ethernet + Wi-Fi • 16-Hour Li-Ion Backup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Dual Micro-SIM 4G LTE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SMART ALARMS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Dual Micro-SIM 4G LTE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https://adicommunications.co.uk/news/ajax-wireless-alarm-grade-2-installation/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