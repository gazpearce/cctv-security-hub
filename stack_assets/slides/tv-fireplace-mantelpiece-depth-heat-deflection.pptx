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TV &amp; MEDIA WALLS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deep must a mantelpiece be to deflect heat safely away from a wall-mounted TV?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Without a heat shield, scorching air from the firebox cooks internal TV circuit boards. A solid mantelpiece projecting at least two hundred to two hundred and fifty millimetres creates an aerodynamic barrier.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200-250mm Mantel Depth • 300mm Vertical Clearance • Aerodynamic Thermal Barrier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200-250mm Mantel Depth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TV &amp; MEDIA WALLS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200-250mm Mantel Depth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https://adicommunications.co.uk/tv-fireplace-thermal-calculator.html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