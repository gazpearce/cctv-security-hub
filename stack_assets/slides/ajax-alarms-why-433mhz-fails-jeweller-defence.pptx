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SMART ALARMS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do legacy 433MHz wireless bell boxes fail against modern UK burglars with RF jammers?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Could an intruder silence your wireless home alarm system before breaking in without you ever knowing? Legacy four-hundred-and-thirty-three megahertz alarms use unencrypted signals that cheap radio jammers block instantly, stopping sirens from sounding.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BS EN 50131 Grade 2 • 868MHz Jeweller Protocol • Sub-Second Frequency Hopping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BS EN 50131 Grade 2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SMART ALARMS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BS EN 50131 Grade 2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https://adicommunications.co.uk/news/ajax-wireless-alarm-grade-2-installation/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