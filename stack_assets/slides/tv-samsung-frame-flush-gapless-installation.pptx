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MEDIA WALLS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 you install an ultra-flush Samsung The Frame TV with zero gap on uneven Yorkshire masonry?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Mounting Samsung's gapless bracket on uneven stone or wavy plasterboard causes the screen corners to protrude awkwardly. We level the wall mounting surface with precision shims and route the ultra-thin One Connect fibre-optic cable into a recessed back box behind the 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Slim-Fit Gapless Mount • One Connect Fibre Recessing • Masonry Laser Leveling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Slim-Fit Gapless Mount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MEDIA WALLS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Slim-Fit Gapless Mount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https://adicommunications.co.uk/news/tv-above-fireplace-safe-installation/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