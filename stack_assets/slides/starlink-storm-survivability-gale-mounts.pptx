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SATELLITE TELECOMS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Starlink withstand severe UK winter storm winds and sub-zero ice buildup?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How does a rooftop satellite dish survive exposed Pennine winter storms with ninety-mile-per-hour gales? The rectangular Starlink Gen 3 dish creates significant aerodynamic drag.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Eurocode 1 Wind Load • 1.5-Inch Heavy Alloy Mast • Automatic 100W Snow Melt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Eurocode 1 Wind Load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SATELLITE TELECOMS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Eurocode 1 Wind Load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https://adicommunications.co.uk/starlink-wind-load-calculator.html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