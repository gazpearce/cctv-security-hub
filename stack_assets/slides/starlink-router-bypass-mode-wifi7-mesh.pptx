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SATELLITE TELECOMS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do you bypass the Starlink Gen 3 / Mini router into a whole-home gigabit Wi-Fi 7 mesh network?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Is the standard Starlink router failing to push fast Wi-Fi through thick UK stone cavity walls? The factory Starlink router lacks the range and VLAN features required for modern smart homes.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Bypass Mode • Ethernet WAN Gateway • VLAN Management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Bypass Mode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SATELLITE TELECOMS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Bypass Mode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https://adicommunications.co.uk/news/starlink-chimney-mount-vs-roof-apex/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