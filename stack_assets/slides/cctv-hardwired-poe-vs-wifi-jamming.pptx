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CCTV ENGINEERING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does hardwired Power-over-Ethernet (PoE) outperform wireless Wi-Fi security cameras?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Cheap radio jammers flood the two-point-four gigahertz band with deauthentication packets, dropping wireless cameras instantly without sounding an alarm. Hardwired Power-over-Ethernet cameras run over isolated twenty-three AWG solid copper Cat6 cables.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IEEE 802.3af/at PoE • 23 AWG Solid Copper Cat6 • Deauthentication Immunity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IEEE 802.3af/at PoE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CCTV ENGINEERING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IEEE 802.3af/at PoE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https://adicommunications.co.uk/news/hikvision-colorvu-vs-infrared-cctv/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