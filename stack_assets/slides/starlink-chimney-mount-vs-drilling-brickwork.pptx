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SATELLITE TELECOMS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is non-drill chimney lashing safer than drilling masonry anchors for Starlink in the UK?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Will drilling heavy anchor bolts into your chimney stack cause structural cracks and roof leaks during winter storms? Drilling into Victorian lime-mortar chimneys causes brick spalling and water penetration.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Eurocode 1 (BS EN 1991-1-4) • Twin-Wire Stainless Lashing • Lime Mortar Preservation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Eurocode 1 (BS EN 1991-1-4)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SATELLITE TELECOMS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Eurocode 1 (BS EN 1991-1-4)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https://adicommunications.co.uk/news/starlink-chimney-mount-vs-roof-apex/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