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TV &amp; BROADCAST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does a masthead pre-amplifier differ from a standard indoor distribution amplifier?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Plugging a booster in by your television amplifies the cable noise and electrical interference already collected along the line. A low-noise masthead pre-amplifier mounted right beside the aerial boosts clean signal before it travels down the cable, delivering pure high-gain reception to all rooms.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Low-Noise Masthead Amp (&lt;2dB Noise) • Coax Line Powering • Multi-Point Distribution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Low-Noise Masthead Amp (&lt;2dB Noise)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TV &amp; BROADCAST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Low-Noise Masthead Amp (&lt;2dB Noise)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https://adicommunications.co.uk/news/starlink-chimney-mount-vs-roof-apex/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