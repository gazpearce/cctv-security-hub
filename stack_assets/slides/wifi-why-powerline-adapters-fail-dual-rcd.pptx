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STRUCTURED CABLING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do Powerline mains adapters perform poorly in modern UK homes with dual RCD consumer units?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Modern UK consumer units separate upstairs and downstairs circuits across isolated RCD safety switches. The induction coils inside these safety breakers act as high-frequency chokes, stripping away eighty percent of your network data signal.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18th Edition IET Wiring Regs • RCD/RCBO High-Frequency Choke • 70-90% Signal Attenuation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18th Edition IET Wiring Regs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STRUCTURED CABLING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18th Edition IET Wiring Regs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https://adicommunications.co.uk/news/how-to-get-ethernet-upstairs-without-running-cables/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