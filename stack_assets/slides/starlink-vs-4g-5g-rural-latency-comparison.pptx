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5500"/>
                </a:solidFill>
              </a:defRPr>
            </a:pPr>
            <a:r>
              <a:t>ADI COMMUNICATIONS • SATELLITE TELECOMS FIELD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2865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How does Starlink real-world latency compare to rural 4G/5G mobile broadband for VoIP and gaming?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10728655" cy="2103120"/>
          </a:xfrm>
          <a:prstGeom prst="roundRect">
            <a:avLst/>
          </a:prstGeom>
          <a:solidFill>
            <a:srgbClr val="121218"/>
          </a:solidFill>
          <a:ln w="19050"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sz="1200" b="1">
                <a:solidFill>
                  <a:srgbClr val="FF5500"/>
                </a:solidFill>
              </a:defRPr>
            </a:pPr>
            <a:r>
              <a:t>BOTTOM LINE UP FRONT (BLUF) TRADE ANSWER: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Are you fed up with rural mobile broadband buffering, high ping, and strict carrier data caps? Rural four-G and five-G mobile masts suffer from heavy tower contention, causing ping spikes over eighty milliseconds and jitter during peak hours.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4632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1A1AA"/>
                </a:solidFill>
              </a:defRPr>
            </a:pPr>
            <a:r>
              <a:t>⚡ 25-45ms LEO Latency • 150-320 Mbps Download • Jitter &lt; 5ms | 🛡️ £10M Public Liability | 📍 Yorkshire &amp; Lancashire Regional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1A1AA"/>
                </a:solidFill>
              </a:defRPr>
            </a:pPr>
            <a:r>
              <a:t>Lead Engineer: Gary Pearce (07860 244 274) • 25+ Yrs Field Craftsmanship • 9.98/10 Rating | Slide 1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5500"/>
                </a:solidFill>
              </a:defRPr>
            </a:pPr>
            <a:r>
              <a:t>FIELD BREAKDOWN: BUDGET DEFECTS VS TRADE ENGINEERING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EF4444"/>
                </a:solidFill>
              </a:defRPr>
            </a:pPr>
            <a:r>
              <a:t>❌ COMMON BUDGET SHORTFALLS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Use of cheap copper-clad aluminium (CCA) or inferior coaxial cable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Uncalibrated signal alignment relying on consumer indicators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Failure to meet British Standards (BS EN / IET Building Regulations)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Lack of gale-rated storm bracketing leading to micro-vibrations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39535" y="1371600"/>
            <a:ext cx="5120640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10B981"/>
                </a:solidFill>
              </a:defRPr>
            </a:pPr>
            <a:r>
              <a:t>✅ ADI PROFESSIONAL TRADE STANDARD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Fitted to 25-45ms LEO Latency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100% solid bare copper cabling (WF100 / 23 AWG Cat6 PoE)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Calibrated digital spectrum analyzer testing (MER &gt;= 28dB / 0.00 deg drift)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Pennine 90mph gale-tested structural mounting cradles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5500"/>
                </a:solidFill>
              </a:defRPr>
            </a:pPr>
            <a:r>
              <a:t>PHYSICAL ARCHITECTURE • SATELLITE TELECOMS HARDWARE BENCHMARKS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28416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FF5500"/>
                </a:solidFill>
              </a:defRPr>
            </a:pPr>
            <a:r>
              <a:t>01. BRITISH STANDARDS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Engineered in accordance with 25-45ms LEO Latency for court and insurance admissibility.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371600"/>
            <a:ext cx="3328416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FF5500"/>
                </a:solidFill>
              </a:defRPr>
            </a:pPr>
            <a:r>
              <a:t>02. CABLING INFRASTRUCTURE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Solid bare copper 23 AWG Cat6 PoE or CAI-benchmarked double-screened WF100 coaxial cabling.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371600"/>
            <a:ext cx="3328416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FF5500"/>
                </a:solidFill>
              </a:defRPr>
            </a:pPr>
            <a:r>
              <a:t>03. STRUCTURAL CONTAINMENT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Weatherproof silicone drip loops, non-drill chimney lashing cradles, and heavy-duty storm brackets.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728655" cy="4937760"/>
          </a:xfrm>
          <a:prstGeom prst="roundRect">
            <a:avLst/>
          </a:prstGeom>
          <a:solidFill>
            <a:srgbClr val="121218"/>
          </a:solidFill>
          <a:ln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b="1" sz="1500">
                <a:solidFill>
                  <a:srgbClr val="FF5500"/>
                </a:solidFill>
              </a:defRPr>
            </a:pPr>
            <a:r>
              <a:t>GARY PEARCE • LEAD PHYSICAL SECURITY &amp; TELECOM ENGINEER</a:t>
            </a:r>
          </a:p>
          <a:p>
            <a:pPr>
              <a:spcBef>
                <a:spcPts val="400"/>
              </a:spcBef>
              <a:defRPr b="1" sz="1300">
                <a:solidFill>
                  <a:srgbClr val="FFFFFF"/>
                </a:solidFill>
              </a:defRPr>
            </a:pPr>
            <a:r>
              <a:t>Direct Mobile: 07860 244 274 | Business: ADI Communications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25+ Years Hands-On Physical Security &amp; Telecommunications Craftsmanship across Yorkshire &amp; Lancashire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£10,000,000 Public Liability Insurance for all residential and commercial structural installations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Certified: NVQ Level 1-3 Aerials &amp; Satellite, NVQ Level 1-4 Data Cabling &amp; Fibre, Qualified CCTV Installer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Verified Client Reputation: ★★★★★ 9.98 / 10 Rating from 84+ Client Reviews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CAI Compliance: Fitted exclusively with CAI-benchmarked equipment &amp; double-screened WF100 cable</a:t>
            </a:r>
          </a:p>
          <a:p>
            <a:pPr>
              <a:spcBef>
                <a:spcPts val="1200"/>
              </a:spcBef>
              <a:defRPr sz="1000">
                <a:solidFill>
                  <a:srgbClr val="38BDF8"/>
                </a:solidFill>
              </a:defRPr>
            </a:pPr>
            <a:r>
              <a:t>Top-of-Stack Google Slides DA 100 Companion Apex:</a:t>
            </a:r>
            <a:br/>
            <a:r>
              <a:t>https://docs.google.com/presentation/d/e/2PACX-1vTb-2iOvkk7k2_hkQ2hI3HDzuRDZrKUQmbhPSU3JHLx6XHHdzR1zzPlyo7ed6QBdfA3ly0RiUy6BRMh/pub</a:t>
            </a:r>
          </a:p>
          <a:p>
            <a:pPr>
              <a:spcBef>
                <a:spcPts val="400"/>
              </a:spcBef>
              <a:defRPr sz="1000">
                <a:solidFill>
                  <a:srgbClr val="38BDF8"/>
                </a:solidFill>
              </a:defRPr>
            </a:pPr>
            <a:r>
              <a:t>Technical Field Buffer Guide: https://adicommunications.co.uk/starlink-vs-5g-cost-calculator.html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